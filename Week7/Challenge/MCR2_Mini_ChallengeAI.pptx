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43" r:id="rId3"/>
    <p:sldId id="258" r:id="rId4"/>
    <p:sldId id="344" r:id="rId5"/>
    <p:sldId id="345" r:id="rId6"/>
    <p:sldId id="34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4F2"/>
    <a:srgbClr val="01CCFF"/>
    <a:srgbClr val="0DC0FF"/>
    <a:srgbClr val="05B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>
        <p:scale>
          <a:sx n="75" d="100"/>
          <a:sy n="75" d="100"/>
        </p:scale>
        <p:origin x="703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5C5B81-6D3C-324B-1D70-12F6AA44804C}"/>
              </a:ext>
            </a:extLst>
          </p:cNvPr>
          <p:cNvSpPr txBox="1"/>
          <p:nvPr userDrawn="1"/>
        </p:nvSpPr>
        <p:spPr>
          <a:xfrm>
            <a:off x="8340436" y="5946135"/>
            <a:ext cx="3851564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9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E9979AA6-E3C5-CBDB-656B-BBF3673289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443" y="1130179"/>
            <a:ext cx="9379113" cy="4597642"/>
          </a:xfrm>
          <a:prstGeom prst="rect">
            <a:avLst/>
          </a:prstGeom>
          <a:effectLst>
            <a:glow>
              <a:schemeClr val="tx1"/>
            </a:glow>
            <a:outerShdw blurRad="50800" dist="50800" dir="5400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DC9C2A-0E96-B3DD-E72A-B658606A10BB}"/>
              </a:ext>
            </a:extLst>
          </p:cNvPr>
          <p:cNvSpPr txBox="1"/>
          <p:nvPr userDrawn="1"/>
        </p:nvSpPr>
        <p:spPr>
          <a:xfrm>
            <a:off x="8340436" y="5946135"/>
            <a:ext cx="3851564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895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Gre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10" name="Content Placeholder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D75D2FB5-A6FD-7717-B985-1C45B267774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2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443" y="1130179"/>
            <a:ext cx="9379113" cy="4597642"/>
          </a:xfrm>
          <a:prstGeom prst="rect">
            <a:avLst/>
          </a:prstGeom>
          <a:effectLst>
            <a:glow>
              <a:schemeClr val="tx1"/>
            </a:glow>
            <a:outerShdw blurRad="50800" dist="50800" dir="5400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7E1513E-D9F7-4665-D50A-C49BD0623386}"/>
              </a:ext>
            </a:extLst>
          </p:cNvPr>
          <p:cNvSpPr txBox="1"/>
          <p:nvPr userDrawn="1"/>
        </p:nvSpPr>
        <p:spPr>
          <a:xfrm>
            <a:off x="8340436" y="5946135"/>
            <a:ext cx="3851564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71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Gre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10" name="Content Placeholder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D75D2FB5-A6FD-7717-B985-1C45B267774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2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443" y="1130179"/>
            <a:ext cx="9379113" cy="4597642"/>
          </a:xfrm>
          <a:prstGeom prst="rect">
            <a:avLst/>
          </a:prstGeom>
          <a:effectLst>
            <a:glow>
              <a:schemeClr val="tx1"/>
            </a:glow>
            <a:outerShdw blurRad="50800" dist="50800" dir="5400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A7E8DB-A4AC-8027-9A53-75C66510D5D0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3402038" y="3509963"/>
            <a:ext cx="5438686" cy="0"/>
          </a:xfrm>
          <a:prstGeom prst="line">
            <a:avLst/>
          </a:prstGeom>
          <a:noFill/>
          <a:ln w="25400">
            <a:solidFill>
              <a:srgbClr val="660066"/>
            </a:solidFill>
            <a:prstDash val="dot"/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7629CA6-0662-2D71-1B21-AE49055667F6}"/>
              </a:ext>
            </a:extLst>
          </p:cNvPr>
          <p:cNvSpPr txBox="1"/>
          <p:nvPr userDrawn="1"/>
        </p:nvSpPr>
        <p:spPr>
          <a:xfrm>
            <a:off x="8340436" y="5946135"/>
            <a:ext cx="3851564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346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Gre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E1C1C02C-18E1-780A-8763-41AE0F2917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443" y="1130179"/>
            <a:ext cx="9379113" cy="4597642"/>
          </a:xfrm>
          <a:prstGeom prst="rect">
            <a:avLst/>
          </a:prstGeom>
          <a:effectLst>
            <a:glow>
              <a:schemeClr val="tx1"/>
            </a:glow>
            <a:outerShdw blurRad="50800" dist="50800" dir="5400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4400" y="2500833"/>
            <a:ext cx="4347501" cy="565735"/>
          </a:xfrm>
        </p:spPr>
        <p:txBody>
          <a:bodyPr anchor="b">
            <a:normAutofit/>
          </a:bodyPr>
          <a:lstStyle>
            <a:lvl1pPr algn="ctr">
              <a:defRPr sz="3000" spc="150" baseline="0">
                <a:solidFill>
                  <a:schemeClr val="bg2">
                    <a:lumMod val="50000"/>
                  </a:schemeClr>
                </a:solidFill>
                <a:latin typeface="Nexa-Bold" panose="01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429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 i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644F0A-52D2-552F-0A18-5EBE0472DC5E}"/>
              </a:ext>
            </a:extLst>
          </p:cNvPr>
          <p:cNvSpPr txBox="1"/>
          <p:nvPr userDrawn="1"/>
        </p:nvSpPr>
        <p:spPr>
          <a:xfrm>
            <a:off x="8340436" y="5946135"/>
            <a:ext cx="3851564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4111F31-A7FB-AB43-EE29-2BCF7DB70B07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3059138" y="3066568"/>
            <a:ext cx="5438686" cy="0"/>
          </a:xfrm>
          <a:prstGeom prst="line">
            <a:avLst/>
          </a:prstGeom>
          <a:noFill/>
          <a:ln w="25400">
            <a:solidFill>
              <a:srgbClr val="660066"/>
            </a:solidFill>
            <a:prstDash val="dot"/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104487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Logo 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27661D-AEBD-17AC-4B6C-4A3EDB784F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0" name="Arc 9">
            <a:extLst>
              <a:ext uri="{FF2B5EF4-FFF2-40B4-BE49-F238E27FC236}">
                <a16:creationId xmlns:a16="http://schemas.microsoft.com/office/drawing/2014/main" id="{7A42C6AB-54B1-13FD-E709-ED01A315E46D}"/>
              </a:ext>
            </a:extLst>
          </p:cNvPr>
          <p:cNvSpPr/>
          <p:nvPr userDrawn="1"/>
        </p:nvSpPr>
        <p:spPr>
          <a:xfrm rot="16200000">
            <a:off x="5175955" y="1072085"/>
            <a:ext cx="7920404" cy="7920404"/>
          </a:xfrm>
          <a:prstGeom prst="arc">
            <a:avLst>
              <a:gd name="adj1" fmla="val 14553369"/>
              <a:gd name="adj2" fmla="val 3028724"/>
            </a:avLst>
          </a:prstGeom>
          <a:ln>
            <a:solidFill>
              <a:schemeClr val="accent3">
                <a:alpha val="3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956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Logo Gre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27661D-AEBD-17AC-4B6C-4A3EDB784F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0" name="Arc 9">
            <a:extLst>
              <a:ext uri="{FF2B5EF4-FFF2-40B4-BE49-F238E27FC236}">
                <a16:creationId xmlns:a16="http://schemas.microsoft.com/office/drawing/2014/main" id="{7A42C6AB-54B1-13FD-E709-ED01A315E46D}"/>
              </a:ext>
            </a:extLst>
          </p:cNvPr>
          <p:cNvSpPr/>
          <p:nvPr userDrawn="1"/>
        </p:nvSpPr>
        <p:spPr>
          <a:xfrm rot="16200000">
            <a:off x="5175955" y="1072085"/>
            <a:ext cx="7920404" cy="7920404"/>
          </a:xfrm>
          <a:prstGeom prst="arc">
            <a:avLst>
              <a:gd name="adj1" fmla="val 14553369"/>
              <a:gd name="adj2" fmla="val 3028724"/>
            </a:avLst>
          </a:prstGeom>
          <a:ln>
            <a:solidFill>
              <a:schemeClr val="accent3">
                <a:alpha val="3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332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ogo White/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831A6E-5C61-78AF-5D8D-D13531A7B8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23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084A2C-5D21-7A98-F6D9-A5AC70C57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8331200" y="337402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chemeClr val="bg1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chemeClr val="bg1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493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 Logo White/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1084A2C-5D21-7A98-F6D9-A5AC70C57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8331200" y="337402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F30BF6-4AB5-5793-16E3-01544A52D6F8}"/>
              </a:ext>
            </a:extLst>
          </p:cNvPr>
          <p:cNvSpPr/>
          <p:nvPr userDrawn="1"/>
        </p:nvSpPr>
        <p:spPr>
          <a:xfrm rot="16200000">
            <a:off x="5175955" y="1072085"/>
            <a:ext cx="7920404" cy="7920404"/>
          </a:xfrm>
          <a:prstGeom prst="arc">
            <a:avLst>
              <a:gd name="adj1" fmla="val 14553369"/>
              <a:gd name="adj2" fmla="val 3028724"/>
            </a:avLst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358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 Logo Blue/Blac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831A6E-5C61-78AF-5D8D-D13531A7B8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23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8331200" y="337402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chemeClr val="bg1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chemeClr val="bg1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3F2E9BD9-31F1-4DD0-ADA8-BBC83DFA5C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09" b="28208"/>
          <a:stretch/>
        </p:blipFill>
        <p:spPr>
          <a:xfrm>
            <a:off x="5152292" y="1081454"/>
            <a:ext cx="7039708" cy="577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170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 Logo White/Black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8331200" y="337402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3F2E9BD9-31F1-4DD0-ADA8-BBC83DFA5C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09" b="28208"/>
          <a:stretch/>
        </p:blipFill>
        <p:spPr>
          <a:xfrm>
            <a:off x="5152292" y="1081454"/>
            <a:ext cx="7039708" cy="577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496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 Logo White/Black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1084A2C-5D21-7A98-F6D9-A5AC70C57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8331200" y="337402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F30BF6-4AB5-5793-16E3-01544A52D6F8}"/>
              </a:ext>
            </a:extLst>
          </p:cNvPr>
          <p:cNvSpPr/>
          <p:nvPr userDrawn="1"/>
        </p:nvSpPr>
        <p:spPr>
          <a:xfrm rot="16200000">
            <a:off x="5175955" y="1072085"/>
            <a:ext cx="7920404" cy="7920404"/>
          </a:xfrm>
          <a:prstGeom prst="arc">
            <a:avLst>
              <a:gd name="adj1" fmla="val 14553369"/>
              <a:gd name="adj2" fmla="val 3028724"/>
            </a:avLst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62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/Whi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831A6E-5C61-78AF-5D8D-D13531A7B8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23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084A2C-5D21-7A98-F6D9-A5AC70C57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chemeClr val="bg1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chemeClr val="bg1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55858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/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1084A2C-5D21-7A98-F6D9-A5AC70C57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0CD09993-40FE-D87D-E713-03530C1AD52C}"/>
              </a:ext>
            </a:extLst>
          </p:cNvPr>
          <p:cNvSpPr/>
          <p:nvPr userDrawn="1"/>
        </p:nvSpPr>
        <p:spPr>
          <a:xfrm rot="16200000">
            <a:off x="5175955" y="1072085"/>
            <a:ext cx="7920404" cy="7920404"/>
          </a:xfrm>
          <a:prstGeom prst="arc">
            <a:avLst>
              <a:gd name="adj1" fmla="val 14553369"/>
              <a:gd name="adj2" fmla="val 3028724"/>
            </a:avLst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80666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/Blac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831A6E-5C61-78AF-5D8D-D13531A7B8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23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chemeClr val="bg1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chemeClr val="bg1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22815400-80B1-A44B-1B13-B0799E1E56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09" b="28208"/>
          <a:stretch/>
        </p:blipFill>
        <p:spPr>
          <a:xfrm>
            <a:off x="5152292" y="1081454"/>
            <a:ext cx="7039708" cy="577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1741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ack/Whi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311E6D7D-FA47-43C4-18B5-A38BE31725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09" b="28208"/>
          <a:stretch/>
        </p:blipFill>
        <p:spPr>
          <a:xfrm>
            <a:off x="5152292" y="1081454"/>
            <a:ext cx="7039708" cy="577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531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/Grey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00CF986-FD5A-5975-2EC8-F0EACE7041A6}"/>
              </a:ext>
            </a:extLst>
          </p:cNvPr>
          <p:cNvGrpSpPr/>
          <p:nvPr userDrawn="1"/>
        </p:nvGrpSpPr>
        <p:grpSpPr>
          <a:xfrm>
            <a:off x="5159912" y="1072085"/>
            <a:ext cx="7936447" cy="7920404"/>
            <a:chOff x="5159912" y="1072085"/>
            <a:chExt cx="7936447" cy="79204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8369ACA-2F12-CB63-910E-229CF3B4A65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5159912" y="1081454"/>
              <a:ext cx="7032088" cy="5776546"/>
            </a:xfrm>
            <a:prstGeom prst="rect">
              <a:avLst/>
            </a:prstGeom>
          </p:spPr>
        </p:pic>
        <p:sp>
          <p:nvSpPr>
            <p:cNvPr id="6" name="Arc 5">
              <a:extLst>
                <a:ext uri="{FF2B5EF4-FFF2-40B4-BE49-F238E27FC236}">
                  <a16:creationId xmlns:a16="http://schemas.microsoft.com/office/drawing/2014/main" id="{AA18C82D-3997-C9C4-9292-DDEE574A48F2}"/>
                </a:ext>
              </a:extLst>
            </p:cNvPr>
            <p:cNvSpPr/>
            <p:nvPr userDrawn="1"/>
          </p:nvSpPr>
          <p:spPr>
            <a:xfrm rot="16200000">
              <a:off x="5175955" y="1072085"/>
              <a:ext cx="7920404" cy="7920404"/>
            </a:xfrm>
            <a:prstGeom prst="arc">
              <a:avLst>
                <a:gd name="adj1" fmla="val 14553369"/>
                <a:gd name="adj2" fmla="val 3028724"/>
              </a:avLst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96205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/Grey Small Log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69ACA-2F12-CB63-910E-229CF3B4A6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7209216" y="2764866"/>
            <a:ext cx="4982784" cy="4093134"/>
          </a:xfrm>
          <a:prstGeom prst="rect">
            <a:avLst/>
          </a:prstGeom>
        </p:spPr>
      </p:pic>
      <p:sp>
        <p:nvSpPr>
          <p:cNvPr id="6" name="Arc 5">
            <a:extLst>
              <a:ext uri="{FF2B5EF4-FFF2-40B4-BE49-F238E27FC236}">
                <a16:creationId xmlns:a16="http://schemas.microsoft.com/office/drawing/2014/main" id="{AA18C82D-3997-C9C4-9292-DDEE574A48F2}"/>
              </a:ext>
            </a:extLst>
          </p:cNvPr>
          <p:cNvSpPr/>
          <p:nvPr userDrawn="1"/>
        </p:nvSpPr>
        <p:spPr>
          <a:xfrm rot="16200000">
            <a:off x="7220584" y="2758227"/>
            <a:ext cx="5612225" cy="5612225"/>
          </a:xfrm>
          <a:prstGeom prst="arc">
            <a:avLst>
              <a:gd name="adj1" fmla="val 14553369"/>
              <a:gd name="adj2" fmla="val 3028724"/>
            </a:avLst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29780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6246F-D609-1C10-0EB3-9CF35C14B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542D5-98E3-7038-3BFF-A5325C1D2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9CCB5-FC8A-483F-915E-2A1D07387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3F7E3-490D-2C48-1565-E6F221044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220CC-6F22-09A2-7E9D-DA486A43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DD1BAC43-B2E1-6547-0894-0809FAA633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A586EE-FFC8-C208-98D9-142C9112AF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E1595E-1FBB-5E6B-0D28-2FE5224DF462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7854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6246F-D609-1C10-0EB3-9CF35C14B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542D5-98E3-7038-3BFF-A5325C1D2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9CCB5-FC8A-483F-915E-2A1D07387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3F7E3-490D-2C48-1565-E6F221044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220CC-6F22-09A2-7E9D-DA486A43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DD1BAC43-B2E1-6547-0894-0809FAA633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A586EE-FFC8-C208-98D9-142C9112AF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E1595E-1FBB-5E6B-0D28-2FE5224DF462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64BDB03-EE9E-E849-B5B7-7F755201AD96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D3C7453-7434-0F61-820C-861F0B51D33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F965FC7E-67B7-8CA6-E111-C3EE58075659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912088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6246F-D609-1C10-0EB3-9CF35C14B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542D5-98E3-7038-3BFF-A5325C1D2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1396"/>
            <a:ext cx="4686300" cy="4355567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9CCB5-FC8A-483F-915E-2A1D07387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3F7E3-490D-2C48-1565-E6F221044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220CC-6F22-09A2-7E9D-DA486A43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DD1BAC43-B2E1-6547-0894-0809FAA633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A586EE-FFC8-C208-98D9-142C9112AF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E1595E-1FBB-5E6B-0D28-2FE5224DF462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DE48A463-ECCE-6B5E-9715-FC07CD45CDBE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5524500" y="1821396"/>
            <a:ext cx="6172200" cy="43513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3443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AE5F8-BA05-625A-5CFF-F73BCF9EB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3E5A6-FC4B-EB5C-90C8-333336869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663AB-0CE7-8E34-6623-AABCE026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BDC64-110A-8540-9118-86881BDD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87476-257F-CF5F-4A7A-1F3D7114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21C370-4329-74F8-53D7-0F2867389B97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37C3A75D-A481-EE0C-754D-506C7D4C1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B996CC59-0A80-78A3-5AAD-4BFC5DB4BE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847D22-0D7C-891C-2955-0D65480A5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1179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AE5F8-BA05-625A-5CFF-F73BCF9EB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3E5A6-FC4B-EB5C-90C8-333336869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663AB-0CE7-8E34-6623-AABCE026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BDC64-110A-8540-9118-86881BDD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87476-257F-CF5F-4A7A-1F3D7114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21C370-4329-74F8-53D7-0F2867389B97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37C3A75D-A481-EE0C-754D-506C7D4C1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B996CC59-0A80-78A3-5AAD-4BFC5DB4BE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847D22-0D7C-891C-2955-0D65480A5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B0B799A-35E1-5885-20B2-35BB5A3F278D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6DD9644-D426-35AF-FB09-853CF8CECC0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6F475831-7E53-2D67-970D-48331E632951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204742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ide Titl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AE5F8-BA05-625A-5CFF-F73BCF9EB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96638" y="1240628"/>
            <a:ext cx="4202927" cy="4966497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3E5A6-FC4B-EB5C-90C8-333336869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46157" y="1240627"/>
            <a:ext cx="4202927" cy="4966497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663AB-0CE7-8E34-6623-AABCE026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BDC64-110A-8540-9118-86881BDD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87476-257F-CF5F-4A7A-1F3D7114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B996CC59-0A80-78A3-5AAD-4BFC5DB4BE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847D22-0D7C-891C-2955-0D65480A5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468B5B9-4860-7149-0E8A-82EEB1C88E0A}"/>
              </a:ext>
            </a:extLst>
          </p:cNvPr>
          <p:cNvCxnSpPr>
            <a:cxnSpLocks/>
          </p:cNvCxnSpPr>
          <p:nvPr userDrawn="1"/>
        </p:nvCxnSpPr>
        <p:spPr>
          <a:xfrm>
            <a:off x="2247324" y="1113025"/>
            <a:ext cx="0" cy="49448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DFC2CCFA-FF5F-3C03-B961-E11526B1C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844288" y="2933491"/>
            <a:ext cx="4966498" cy="1325563"/>
          </a:xfrm>
        </p:spPr>
        <p:txBody>
          <a:bodyPr/>
          <a:lstStyle>
            <a:lvl1pPr algn="ctr"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0418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ide Titl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AE5F8-BA05-625A-5CFF-F73BCF9EB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96638" y="1240628"/>
            <a:ext cx="4202927" cy="4966497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3E5A6-FC4B-EB5C-90C8-333336869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46157" y="1240627"/>
            <a:ext cx="4202927" cy="4966497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663AB-0CE7-8E34-6623-AABCE026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BDC64-110A-8540-9118-86881BDD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87476-257F-CF5F-4A7A-1F3D7114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B996CC59-0A80-78A3-5AAD-4BFC5DB4BE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847D22-0D7C-891C-2955-0D65480A5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468B5B9-4860-7149-0E8A-82EEB1C88E0A}"/>
              </a:ext>
            </a:extLst>
          </p:cNvPr>
          <p:cNvCxnSpPr>
            <a:cxnSpLocks/>
          </p:cNvCxnSpPr>
          <p:nvPr userDrawn="1"/>
        </p:nvCxnSpPr>
        <p:spPr>
          <a:xfrm>
            <a:off x="2247324" y="1113025"/>
            <a:ext cx="0" cy="49448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DFC2CCFA-FF5F-3C03-B961-E11526B1C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844288" y="2933491"/>
            <a:ext cx="4966498" cy="1325563"/>
          </a:xfrm>
        </p:spPr>
        <p:txBody>
          <a:bodyPr/>
          <a:lstStyle>
            <a:lvl1pPr algn="ctr"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91C2020-6297-BAE9-FFAD-EAD757C9C03F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3EBFA66-BB0C-45B3-9E05-EA476847EED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23DEF0E3-00E5-BFD5-08D5-2E5E65294C13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2440112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A924F-E77C-8EC8-404A-9AF7FA3B8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86FDE-DDDF-18EE-E2A6-2995032D3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CADA1C-ED2D-732E-1A7A-4215CFFF4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566DA1-ECAC-2895-C269-5C781DF200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457C43-BD96-D113-E7AD-D7E533FD4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AD7B6F-4ABE-0C37-896E-BF937C6DF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2FEB5C-8DA8-0CFC-3832-14733F3A4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70C703C5-3462-2237-D5D6-DDA7E0988E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4A1556-D8AF-CBF0-C594-8297CE75CA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2958F2-B07A-BB18-4654-A7B6CD008C1D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CD5EBC7E-DBFB-BBCD-1B52-A4CF4204D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71450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A924F-E77C-8EC8-404A-9AF7FA3B8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86FDE-DDDF-18EE-E2A6-2995032D3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CADA1C-ED2D-732E-1A7A-4215CFFF4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566DA1-ECAC-2895-C269-5C781DF200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457C43-BD96-D113-E7AD-D7E533FD4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AD7B6F-4ABE-0C37-896E-BF937C6DF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2FEB5C-8DA8-0CFC-3832-14733F3A4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70C703C5-3462-2237-D5D6-DDA7E0988E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4A1556-D8AF-CBF0-C594-8297CE75CA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2958F2-B07A-BB18-4654-A7B6CD008C1D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CD5EBC7E-DBFB-BBCD-1B52-A4CF4204D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B05ED7F-C3CB-F1AB-0D13-40D64480E1EB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02B66CE-628F-83AA-6C65-C9CFDA2A244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4175E3FC-6420-950D-4C4B-59ED294A8095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6585520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C03C37-5C37-2063-819B-329CAD4A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BAAEE-96EB-9E9E-BDF2-6A6C0D037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CBE1CF-5E11-CF13-4A01-B0F9248E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D109EB06-7C76-7254-6295-E04BAFF336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7C597F-3E1D-F7FE-C64A-4CE204FD97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3D9BE7-455B-6B8A-D812-806831664E6D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0A076A08-4A72-105F-5348-DE95D0525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62538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C03C37-5C37-2063-819B-329CAD4A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BAAEE-96EB-9E9E-BDF2-6A6C0D037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CBE1CF-5E11-CF13-4A01-B0F9248E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D109EB06-7C76-7254-6295-E04BAFF336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7C597F-3E1D-F7FE-C64A-4CE204FD97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3D9BE7-455B-6B8A-D812-806831664E6D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0A076A08-4A72-105F-5348-DE95D0525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292B77D-D732-E7D4-A6B1-0A966E6BF488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02C5448-A851-B643-5EAD-72DA0FDD41B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D11A7CE8-AD7B-8E77-CF09-1609492A8F9E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463395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9308791A-1617-5FAE-52DC-B4FCE0CD3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5"/>
            <a:ext cx="1325563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293F7C-F4FA-76C8-EA05-1F84426B2B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1672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9308791A-1617-5FAE-52DC-B4FCE0CD3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5"/>
            <a:ext cx="1325563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293F7C-F4FA-76C8-EA05-1F84426B2B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062EC69-293D-B068-6694-395BB9B235B7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19BD460-7D72-5C8C-9608-81656E56D4E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9603E80E-EE02-763E-A618-4043A879275E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878112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68516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BA3A601-AD69-BD90-F09E-80EF172EFE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57F8D229-0EB4-A05E-9EAE-A42E73F9F4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48D10C-C2AC-E9A3-0317-086591DBE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06501"/>
            <a:ext cx="3932237" cy="850898"/>
          </a:xfrm>
        </p:spPr>
        <p:txBody>
          <a:bodyPr anchor="b"/>
          <a:lstStyle>
            <a:lvl1pPr>
              <a:defRPr sz="3200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2C8D8-EF13-9297-5883-FDD5DAECB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206501"/>
            <a:ext cx="6172200" cy="4654550"/>
          </a:xfrm>
        </p:spPr>
        <p:txBody>
          <a:bodyPr/>
          <a:lstStyle>
            <a:lvl1pPr>
              <a:defRPr sz="3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 sz="28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 sz="24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 sz="20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 sz="20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E8177A-3450-A672-3524-7CA2D51D6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  <a:latin typeface="Nexa-Book" panose="01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F38A2-818B-B1B4-9E19-F1AAAAEB7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BB7C3-13B6-EFC7-D954-A082C1AB4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86874-56F0-02BD-3A56-CDDF72E2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81DAA9-7159-FCB3-921B-0B55F1EBACE0}"/>
              </a:ext>
            </a:extLst>
          </p:cNvPr>
          <p:cNvCxnSpPr>
            <a:cxnSpLocks/>
          </p:cNvCxnSpPr>
          <p:nvPr userDrawn="1"/>
        </p:nvCxnSpPr>
        <p:spPr>
          <a:xfrm flipH="1">
            <a:off x="838200" y="2057400"/>
            <a:ext cx="393382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576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BA3A601-AD69-BD90-F09E-80EF172EFE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57F8D229-0EB4-A05E-9EAE-A42E73F9F4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48D10C-C2AC-E9A3-0317-086591DBE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06501"/>
            <a:ext cx="3932237" cy="850898"/>
          </a:xfrm>
        </p:spPr>
        <p:txBody>
          <a:bodyPr anchor="b"/>
          <a:lstStyle>
            <a:lvl1pPr>
              <a:defRPr sz="3200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2C8D8-EF13-9297-5883-FDD5DAECB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206501"/>
            <a:ext cx="6172200" cy="4654550"/>
          </a:xfrm>
        </p:spPr>
        <p:txBody>
          <a:bodyPr/>
          <a:lstStyle>
            <a:lvl1pPr>
              <a:defRPr sz="3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 sz="28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 sz="24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 sz="20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 sz="20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E8177A-3450-A672-3524-7CA2D51D6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  <a:latin typeface="Nexa-Book" panose="01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F38A2-818B-B1B4-9E19-F1AAAAEB7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BB7C3-13B6-EFC7-D954-A082C1AB4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86874-56F0-02BD-3A56-CDDF72E2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81DAA9-7159-FCB3-921B-0B55F1EBACE0}"/>
              </a:ext>
            </a:extLst>
          </p:cNvPr>
          <p:cNvCxnSpPr>
            <a:cxnSpLocks/>
          </p:cNvCxnSpPr>
          <p:nvPr userDrawn="1"/>
        </p:nvCxnSpPr>
        <p:spPr>
          <a:xfrm flipH="1">
            <a:off x="838200" y="2057400"/>
            <a:ext cx="393382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0C984A1-6593-853A-9B97-65F3D4B10071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8B8DA1D-5808-60BA-D1A1-B8EECC1B70A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2B67F314-AC9F-2A3B-3561-2F1141B54268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628375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CDF6C-F99F-1AFA-98D0-D46A9AD35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07476"/>
            <a:ext cx="3932237" cy="849923"/>
          </a:xfrm>
        </p:spPr>
        <p:txBody>
          <a:bodyPr anchor="b"/>
          <a:lstStyle>
            <a:lvl1pPr>
              <a:defRPr sz="3200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44C9D-2112-79B0-4816-9E78BD29BD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207476"/>
            <a:ext cx="6172200" cy="465357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78CF4E-C176-9D12-7120-4D0A9F2DAE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  <a:latin typeface="Nexa-Book" panose="01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FCB104-0143-327D-34B1-7151C91F2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EEECE-E60B-0CC8-E29F-58D51A513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91EF0-CF7E-5D1F-2062-9EBDCCA48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EA6701-4F96-CE0C-492C-6DFAA4D17F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4F42B12-34D2-EC73-93B8-A643C1AB71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8225E6E-34E3-8E0F-A53C-AEDCE8120288}"/>
              </a:ext>
            </a:extLst>
          </p:cNvPr>
          <p:cNvCxnSpPr>
            <a:cxnSpLocks/>
          </p:cNvCxnSpPr>
          <p:nvPr userDrawn="1"/>
        </p:nvCxnSpPr>
        <p:spPr>
          <a:xfrm flipH="1">
            <a:off x="838200" y="2057400"/>
            <a:ext cx="393382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33632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17214950-9F4F-61CB-028E-624818BE88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637" y="816637"/>
            <a:ext cx="5224725" cy="52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96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ck Logo Blue Backgo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AF69F4-770D-1B85-848B-D57E7B0CA1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0">
                <a:srgbClr val="00B0F0">
                  <a:shade val="67500"/>
                  <a:satMod val="115000"/>
                </a:srgbClr>
              </a:gs>
              <a:gs pos="85000">
                <a:srgbClr val="00B0F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17214950-9F4F-61CB-028E-624818BE88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637" y="816637"/>
            <a:ext cx="5224725" cy="52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3174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hite Logo Blu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6A0D65-B433-449D-A2E1-10BC8BD32A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0">
                <a:srgbClr val="00B0F0">
                  <a:shade val="67500"/>
                  <a:satMod val="115000"/>
                </a:srgbClr>
              </a:gs>
              <a:gs pos="44000">
                <a:srgbClr val="00B0F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00C4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214950-9F4F-61CB-028E-624818BE88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83637" y="816637"/>
            <a:ext cx="5224725" cy="52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62250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hite Logo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214950-9F4F-61CB-028E-624818BE88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83636" y="816636"/>
            <a:ext cx="5224725" cy="5224725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9CF1ACE1-D73B-D8C2-A924-FC1C935A2DAE}"/>
              </a:ext>
            </a:extLst>
          </p:cNvPr>
          <p:cNvSpPr/>
          <p:nvPr userDrawn="1"/>
        </p:nvSpPr>
        <p:spPr>
          <a:xfrm>
            <a:off x="3483636" y="816637"/>
            <a:ext cx="5224725" cy="5224725"/>
          </a:xfrm>
          <a:prstGeom prst="ellipse">
            <a:avLst/>
          </a:prstGeom>
          <a:noFill/>
          <a:ln w="38100">
            <a:solidFill>
              <a:srgbClr val="01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1785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E79A1B-8910-5BC1-CF92-B38FE72CB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46328-37A7-2676-1096-E57A9505D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F5011-76B3-0174-3A68-9C86EC07D8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7316D-C409-4712-90E5-1C58F0743890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66A41-F04C-56FA-AB94-EC92BB1FF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F6920-6913-6447-389F-BACD3E6EE7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D00A0-B5A4-4974-B922-5D8D8E00DFD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808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66" r:id="rId3"/>
    <p:sldLayoutId id="2147483670" r:id="rId4"/>
    <p:sldLayoutId id="2147483676" r:id="rId5"/>
    <p:sldLayoutId id="2147483667" r:id="rId6"/>
    <p:sldLayoutId id="2147483671" r:id="rId7"/>
    <p:sldLayoutId id="2147483660" r:id="rId8"/>
    <p:sldLayoutId id="2147483665" r:id="rId9"/>
    <p:sldLayoutId id="2147483672" r:id="rId10"/>
    <p:sldLayoutId id="2147483673" r:id="rId11"/>
    <p:sldLayoutId id="2147483664" r:id="rId12"/>
    <p:sldLayoutId id="2147483661" r:id="rId13"/>
    <p:sldLayoutId id="2147483662" r:id="rId14"/>
    <p:sldLayoutId id="2147483674" r:id="rId15"/>
    <p:sldLayoutId id="2147483675" r:id="rId16"/>
    <p:sldLayoutId id="2147483663" r:id="rId17"/>
    <p:sldLayoutId id="2147483691" r:id="rId18"/>
    <p:sldLayoutId id="2147483677" r:id="rId19"/>
    <p:sldLayoutId id="2147483679" r:id="rId20"/>
    <p:sldLayoutId id="2147483678" r:id="rId21"/>
    <p:sldLayoutId id="2147483680" r:id="rId22"/>
    <p:sldLayoutId id="2147483681" r:id="rId23"/>
    <p:sldLayoutId id="2147483692" r:id="rId24"/>
    <p:sldLayoutId id="2147483682" r:id="rId25"/>
    <p:sldLayoutId id="2147483683" r:id="rId26"/>
    <p:sldLayoutId id="2147483693" r:id="rId27"/>
    <p:sldLayoutId id="2147483685" r:id="rId28"/>
    <p:sldLayoutId id="2147483684" r:id="rId29"/>
    <p:sldLayoutId id="2147483687" r:id="rId30"/>
    <p:sldLayoutId id="2147483686" r:id="rId31"/>
    <p:sldLayoutId id="2147483688" r:id="rId32"/>
    <p:sldLayoutId id="2147483695" r:id="rId33"/>
    <p:sldLayoutId id="2147483689" r:id="rId34"/>
    <p:sldLayoutId id="2147483690" r:id="rId35"/>
    <p:sldLayoutId id="2147483696" r:id="rId36"/>
    <p:sldLayoutId id="2147483698" r:id="rId37"/>
    <p:sldLayoutId id="2147483697" r:id="rId38"/>
    <p:sldLayoutId id="2147483699" r:id="rId3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80767-43CB-901F-3FD3-6970AD2256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Challenges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72C1A-CF2D-312D-488C-2D01E8772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Mini challenge AI</a:t>
            </a:r>
          </a:p>
        </p:txBody>
      </p:sp>
    </p:spTree>
    <p:extLst>
      <p:ext uri="{BB962C8B-B14F-4D97-AF65-F5344CB8AC3E}">
        <p14:creationId xmlns:p14="http://schemas.microsoft.com/office/powerpoint/2010/main" val="4284223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EBE39-52C2-949B-9A5C-A659C8E9A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689B2E-EDA5-C85E-0FA6-63A96815E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 challenge AI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1DF0AB0-4800-CCD9-CDB3-48709871A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723" y="2032084"/>
            <a:ext cx="8221783" cy="4337596"/>
          </a:xfrm>
          <a:prstGeom prst="rect">
            <a:avLst/>
          </a:prstGeom>
        </p:spPr>
      </p:pic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8D45FD96-AA76-3DCE-ADF6-E5748513416B}"/>
              </a:ext>
            </a:extLst>
          </p:cNvPr>
          <p:cNvSpPr>
            <a:spLocks noGrp="1"/>
          </p:cNvSpPr>
          <p:nvPr/>
        </p:nvSpPr>
        <p:spPr>
          <a:xfrm>
            <a:off x="500186" y="1657088"/>
            <a:ext cx="2813537" cy="4985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Nexa-Bold" panose="01000000000000000000" pitchFamily="2" charset="0"/>
              </a:rPr>
              <a:t>Traffic Signs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GB" sz="1800" dirty="0"/>
              <a:t>Develop a neural network to automatically detect the traffic signs.</a:t>
            </a:r>
          </a:p>
        </p:txBody>
      </p:sp>
    </p:spTree>
    <p:extLst>
      <p:ext uri="{BB962C8B-B14F-4D97-AF65-F5344CB8AC3E}">
        <p14:creationId xmlns:p14="http://schemas.microsoft.com/office/powerpoint/2010/main" val="2688253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5EAF29-C32F-5F4B-DE89-423A9CF53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 challenge AI</a:t>
            </a:r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14A201E8-3D1F-E379-EAF7-827D94F94F62}"/>
              </a:ext>
            </a:extLst>
          </p:cNvPr>
          <p:cNvSpPr>
            <a:spLocks noGrp="1"/>
          </p:cNvSpPr>
          <p:nvPr/>
        </p:nvSpPr>
        <p:spPr>
          <a:xfrm>
            <a:off x="390771" y="1715147"/>
            <a:ext cx="5777800" cy="48961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Nexa-Bold" panose="01000000000000000000" pitchFamily="2" charset="0"/>
              </a:rPr>
              <a:t>Dataset generation and preprocessing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05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Briefly explain your methodology for data acquisition.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Preform and explain the data preprocessing.</a:t>
            </a:r>
            <a:endParaRPr lang="en-GB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Use data augmentation techniques to enlarge your data set. Explain the used techniques with the class</a:t>
            </a:r>
          </a:p>
        </p:txBody>
      </p:sp>
      <p:pic>
        <p:nvPicPr>
          <p:cNvPr id="48" name="Picture 2">
            <a:extLst>
              <a:ext uri="{FF2B5EF4-FFF2-40B4-BE49-F238E27FC236}">
                <a16:creationId xmlns:a16="http://schemas.microsoft.com/office/drawing/2014/main" id="{B08D6FEF-78CB-F8AC-AE56-A456BB48CF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67" t="40987" r="28158" b="44913"/>
          <a:stretch/>
        </p:blipFill>
        <p:spPr bwMode="auto">
          <a:xfrm>
            <a:off x="6594412" y="4374365"/>
            <a:ext cx="5002501" cy="2102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Imagen 48" descr="Imagen que contiene edificio, calle, piso, firmar&#10;&#10;Descripción generada automáticamente">
            <a:extLst>
              <a:ext uri="{FF2B5EF4-FFF2-40B4-BE49-F238E27FC236}">
                <a16:creationId xmlns:a16="http://schemas.microsoft.com/office/drawing/2014/main" id="{E8A60633-39E4-2147-F71B-7BE17EF0E75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86" t="8192" r="24755" b="60472"/>
          <a:stretch/>
        </p:blipFill>
        <p:spPr>
          <a:xfrm>
            <a:off x="6594413" y="1792732"/>
            <a:ext cx="5002500" cy="2235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55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4E2DF-4375-83B0-1634-5193BE190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093178-1FB0-C637-53A7-5097EFBB3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 challenge AI</a:t>
            </a:r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758A0BA5-1F79-D61A-DFCC-91113813AC6A}"/>
              </a:ext>
            </a:extLst>
          </p:cNvPr>
          <p:cNvSpPr>
            <a:spLocks noGrp="1"/>
          </p:cNvSpPr>
          <p:nvPr/>
        </p:nvSpPr>
        <p:spPr>
          <a:xfrm>
            <a:off x="390771" y="1657089"/>
            <a:ext cx="5705229" cy="4985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Nexa-Bold" panose="01000000000000000000" pitchFamily="2" charset="0"/>
              </a:rPr>
              <a:t>Neural Network Architecture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05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Briefly explain your neural network architecture (layers) and their purpose in your solution.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For the input and output layers explain the reasoning of the activation functions you use.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For the convolutional layers explain the reasoning of the kernels you use.</a:t>
            </a:r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9BEE6B67-3CD9-0F03-310D-7B092BC64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197" y="2075544"/>
            <a:ext cx="5105489" cy="408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349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77835-F664-E18E-07AE-07A3FDE96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241C0F-1074-0631-BA76-5711E2931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 challenge AI</a:t>
            </a:r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AFAA4A8A-DA36-5B53-2D75-5B33BE0112AC}"/>
              </a:ext>
            </a:extLst>
          </p:cNvPr>
          <p:cNvSpPr>
            <a:spLocks noGrp="1"/>
          </p:cNvSpPr>
          <p:nvPr/>
        </p:nvSpPr>
        <p:spPr>
          <a:xfrm>
            <a:off x="390771" y="1657089"/>
            <a:ext cx="5705229" cy="4985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Nexa-Bold" panose="01000000000000000000" pitchFamily="2" charset="0"/>
              </a:rPr>
              <a:t>Neural Network Performance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05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Use accuracy, precision, recall, the confusion matrix and two other relevant performance metrics to assess your neural network.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Identify strengths and areas for improvement.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Explain how would you improve the network performance.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dirty="0">
                <a:latin typeface="Nexa-Bold" panose="01000000000000000000" pitchFamily="2" charset="0"/>
              </a:rPr>
              <a:t>YOU MUST DEMOSTRATE THAT YOU CAN DETECT THE TRAFFIC SIGNS (VIDEO)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C5A7EB3-3BE4-5847-CD77-DDA286528E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437" t="26455" r="41459" b="49506"/>
          <a:stretch/>
        </p:blipFill>
        <p:spPr>
          <a:xfrm>
            <a:off x="6956875" y="4209418"/>
            <a:ext cx="4583430" cy="234243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E059EE4-3807-9EA0-4385-995980F264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278" t="24988" r="30625" b="47672"/>
          <a:stretch/>
        </p:blipFill>
        <p:spPr>
          <a:xfrm>
            <a:off x="6956875" y="1592912"/>
            <a:ext cx="4583430" cy="242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008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620AE8E-8767-C555-2D23-F792DAD73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Rules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E51542-C980-BEAE-5D84-CF98B0737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This is challenge </a:t>
            </a:r>
            <a:r>
              <a:rPr lang="en-GB" sz="1200" b="1" dirty="0"/>
              <a:t>not</a:t>
            </a:r>
            <a:r>
              <a:rPr lang="en-GB" sz="1200" dirty="0"/>
              <a:t> a class. The students are encouraged to research, improve tune explain their algorithms by themselves.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MCR2(Manchester Robotics) Reserves the right to answer a question if it is determined that the questions contains partially or totally an answer.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The students are welcomed to ask only about the theoretical aspect of the classed.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No remote control or any other form of human interaction with the simulator or ROS is allowed (except at the start when launching the files).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It is </a:t>
            </a:r>
            <a:r>
              <a:rPr lang="en-GB" sz="1200" b="1" dirty="0"/>
              <a:t>forbidden</a:t>
            </a:r>
            <a:r>
              <a:rPr lang="en-GB" sz="1200" dirty="0"/>
              <a:t> to use any other internet libraires with the exception of standard libraires or NumPy.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If in doubt about libraires please ask any teaching assistant.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Improvements to the algorithms are encouraged and may be used as long as the students provide the reasons and a detailed explanation on the improvements.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All the students must be respectful towards each other and abide by the previously defined rules.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Manchester robotics reserves the right to provide any form of grading. Grading and grading methodology are done by the professor in charge of the unit.</a:t>
            </a:r>
          </a:p>
        </p:txBody>
      </p:sp>
    </p:spTree>
    <p:extLst>
      <p:ext uri="{BB962C8B-B14F-4D97-AF65-F5344CB8AC3E}">
        <p14:creationId xmlns:p14="http://schemas.microsoft.com/office/powerpoint/2010/main" val="3260189706"/>
      </p:ext>
    </p:extLst>
  </p:cSld>
  <p:clrMapOvr>
    <a:masterClrMapping/>
  </p:clrMapOvr>
</p:sld>
</file>

<file path=ppt/theme/theme1.xml><?xml version="1.0" encoding="utf-8"?>
<a:theme xmlns:a="http://schemas.openxmlformats.org/drawingml/2006/main" name="MCR2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1148</TotalTime>
  <Words>357</Words>
  <Application>Microsoft Office PowerPoint</Application>
  <PresentationFormat>Panorámica</PresentationFormat>
  <Paragraphs>35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Nexa Bold</vt:lpstr>
      <vt:lpstr>Nexa-Bold</vt:lpstr>
      <vt:lpstr>Nexa-Book</vt:lpstr>
      <vt:lpstr>Nexa-Light</vt:lpstr>
      <vt:lpstr>MCR2 Theme</vt:lpstr>
      <vt:lpstr>Challenges</vt:lpstr>
      <vt:lpstr>Mini challenge AI</vt:lpstr>
      <vt:lpstr>Mini challenge AI</vt:lpstr>
      <vt:lpstr>Mini challenge AI</vt:lpstr>
      <vt:lpstr>Mini challenge AI</vt:lpstr>
      <vt:lpstr>Rules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Mario Martinez</dc:creator>
  <cp:lastModifiedBy>Ana Patricia Islas Mainou</cp:lastModifiedBy>
  <cp:revision>20</cp:revision>
  <dcterms:created xsi:type="dcterms:W3CDTF">2022-11-10T18:38:46Z</dcterms:created>
  <dcterms:modified xsi:type="dcterms:W3CDTF">2026-05-18T03:01:23Z</dcterms:modified>
</cp:coreProperties>
</file>